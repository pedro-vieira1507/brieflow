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Nunito" pitchFamily="2" charset="0"/>
      <p:regular r:id="rId10"/>
      <p:bold r:id="rId11"/>
      <p:italic r:id="rId12"/>
      <p:boldItalic r:id="rId13"/>
    </p:embeddedFont>
    <p:embeddedFont>
      <p:font typeface="Public Sans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014" y="96"/>
      </p:cViewPr>
      <p:guideLst>
        <p:guide pos="17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6003ccd8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6003ccd8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8a70e94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8a70e94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8a70e9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8a70e9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98a70d793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798a70d793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798a70d79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798a70d79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798a70d793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798a70d793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hyperlink" Target="https://www.flaticon.com/br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8650" y="4070120"/>
            <a:ext cx="1958600" cy="4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6638"/>
            <a:ext cx="9207648" cy="517932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1878300" y="1936225"/>
            <a:ext cx="6190500" cy="82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2060700" y="2054050"/>
            <a:ext cx="6008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1">
                <a:solidFill>
                  <a:srgbClr val="25386B"/>
                </a:solidFill>
                <a:latin typeface="Public Sans"/>
                <a:ea typeface="Public Sans"/>
                <a:cs typeface="Public Sans"/>
                <a:sym typeface="Public Sans"/>
              </a:rPr>
              <a:t>Coloque aqui o nome da apresentação</a:t>
            </a:r>
            <a:endParaRPr sz="2500" b="1"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8650" y="4070120"/>
            <a:ext cx="1958600" cy="4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82150" y="309975"/>
            <a:ext cx="572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u="sng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DIRETRIZES DE PADRÃO:</a:t>
            </a:r>
            <a:endParaRPr sz="2800" b="1" u="sng">
              <a:solidFill>
                <a:srgbClr val="0097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17900" y="1347525"/>
            <a:ext cx="6616200" cy="3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Fonte:</a:t>
            </a:r>
            <a:br>
              <a:rPr lang="pt-BR" b="1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pt-BR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Public Sans  </a:t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97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Tamanhos:</a:t>
            </a:r>
            <a:br>
              <a:rPr lang="pt-BR" b="1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pt-BR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28 - títulos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15 - texto corrido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8 - letras miúdas / observações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Cores:</a:t>
            </a:r>
            <a:endParaRPr b="1">
              <a:solidFill>
                <a:srgbClr val="0097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Preto - texto corrido (Código da cor: #000000)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Azul claro - títulos ou subtítulos (Código da cor: #0097ff)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Azul marinho -  títulos ou subtítulos (Código da cor: #25386b)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291175" y="4440225"/>
            <a:ext cx="4763700" cy="54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8650" y="4070120"/>
            <a:ext cx="1958600" cy="4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182150" y="309975"/>
            <a:ext cx="572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u="sng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ÍCONES E SÍMBOLOS</a:t>
            </a:r>
            <a:endParaRPr sz="2800" b="1" u="sng">
              <a:solidFill>
                <a:srgbClr val="0097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291175" y="4440225"/>
            <a:ext cx="4763700" cy="54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800" y="1484600"/>
            <a:ext cx="548100" cy="5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2150" y="1451250"/>
            <a:ext cx="575575" cy="57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62400" y="2416775"/>
            <a:ext cx="489650" cy="4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02150" y="3374075"/>
            <a:ext cx="540475" cy="54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11650" y="1451250"/>
            <a:ext cx="696550" cy="6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95108" y="3603713"/>
            <a:ext cx="696550" cy="6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39800" y="3532846"/>
            <a:ext cx="767425" cy="76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659686" y="2299188"/>
            <a:ext cx="767425" cy="76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39800" y="2416775"/>
            <a:ext cx="767425" cy="76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3934325" y="2497825"/>
            <a:ext cx="38133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Para buscar mais ícones</a:t>
            </a:r>
            <a:br>
              <a:rPr lang="pt-BR" sz="2400" b="1" u="sng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pt-BR" sz="2400" b="1" u="sng">
                <a:solidFill>
                  <a:schemeClr val="hlink"/>
                </a:solidFill>
                <a:latin typeface="Public Sans"/>
                <a:ea typeface="Public Sans"/>
                <a:cs typeface="Public Sans"/>
                <a:sym typeface="Public Sans"/>
                <a:hlinkClick r:id="rId14"/>
              </a:rPr>
              <a:t>clique aqui</a:t>
            </a:r>
            <a:endParaRPr sz="2400" b="1" u="sng">
              <a:solidFill>
                <a:srgbClr val="0097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8650" y="4070120"/>
            <a:ext cx="1958600" cy="4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182150" y="309975"/>
            <a:ext cx="572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u="sng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TÍTULO</a:t>
            </a:r>
            <a:endParaRPr sz="2800" b="1" u="sng">
              <a:solidFill>
                <a:srgbClr val="0097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17900" y="1347525"/>
            <a:ext cx="4851000" cy="3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SUBTÍTULO:</a:t>
            </a:r>
            <a:r>
              <a:rPr lang="pt-BR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br>
              <a:rPr lang="pt-BR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pt-BR" sz="15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Lorem Ipsum Lorem Ipsum Lorem Ipsum Lorem Ipsum </a:t>
            </a:r>
            <a:endParaRPr sz="15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SUBTÍTULO:</a:t>
            </a:r>
            <a:r>
              <a:rPr lang="pt-BR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br>
              <a:rPr lang="pt-BR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pt-BR" sz="15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Lorem Ipsum Lorem Ipsum Lorem Ipsum Lorem Ipsum 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6115200" y="922724"/>
            <a:ext cx="1240200" cy="1314000"/>
          </a:xfrm>
          <a:prstGeom prst="rect">
            <a:avLst/>
          </a:prstGeom>
          <a:solidFill>
            <a:srgbClr val="2538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6207250" y="2236725"/>
            <a:ext cx="116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espaço para imagens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150" y="1553375"/>
            <a:ext cx="260100" cy="26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304425" y="4559775"/>
            <a:ext cx="4763700" cy="54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6207250" y="4412325"/>
            <a:ext cx="116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espaço para imagens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115200" y="3049099"/>
            <a:ext cx="1240200" cy="1314000"/>
          </a:xfrm>
          <a:prstGeom prst="rect">
            <a:avLst/>
          </a:prstGeom>
          <a:solidFill>
            <a:srgbClr val="25386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925" y="3137975"/>
            <a:ext cx="260100" cy="2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8650" y="4070120"/>
            <a:ext cx="1958600" cy="4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1"/>
            <a:ext cx="9144000" cy="514351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412375" y="2232225"/>
            <a:ext cx="6707700" cy="9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TÍTULO DE UMA NOVA </a:t>
            </a:r>
            <a:br>
              <a:rPr lang="pt-BR" sz="2200" b="1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pt-BR" sz="2200" b="1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PÁGINA OU NOVO ASSUNTO</a:t>
            </a:r>
            <a:endParaRPr sz="2200" b="1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8650" y="4070120"/>
            <a:ext cx="1958600" cy="4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182150" y="309975"/>
            <a:ext cx="572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u="sng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TÍTULO</a:t>
            </a:r>
            <a:endParaRPr sz="2800" b="1" u="sng">
              <a:solidFill>
                <a:srgbClr val="0097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762375" y="1187175"/>
            <a:ext cx="5295000" cy="3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Subtítulo</a:t>
            </a:r>
            <a:br>
              <a:rPr lang="pt-BR" sz="2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pt-BR" sz="15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Lorem Ipsum Lorem Ipsum Lorem Ipsum Lorem Ipsum </a:t>
            </a:r>
            <a:endParaRPr sz="15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Subtítulo</a:t>
            </a:r>
            <a:br>
              <a:rPr lang="pt-BR" sz="2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pt-BR" sz="15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Lorem Ipsum Lorem Ipsum Lorem Ipsum Lorem Ipsum </a:t>
            </a:r>
            <a:endParaRPr sz="15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rgbClr val="0097FF"/>
                </a:solidFill>
                <a:latin typeface="Public Sans"/>
                <a:ea typeface="Public Sans"/>
                <a:cs typeface="Public Sans"/>
                <a:sym typeface="Public Sans"/>
              </a:rPr>
              <a:t>Subtítulo</a:t>
            </a:r>
            <a:br>
              <a:rPr lang="pt-BR" sz="2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pt-BR" sz="15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Lorem Ipsum Lorem Ipsum Lorem Ipsum Lorem Ipsum </a:t>
            </a:r>
            <a:br>
              <a:rPr lang="pt-BR" sz="2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pt-BR" sz="2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2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97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900" y="1361400"/>
            <a:ext cx="575575" cy="57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7562" y="2563550"/>
            <a:ext cx="489650" cy="4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138" y="3654200"/>
            <a:ext cx="540475" cy="54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/>
          <p:nvPr/>
        </p:nvSpPr>
        <p:spPr>
          <a:xfrm>
            <a:off x="291175" y="4440225"/>
            <a:ext cx="4763700" cy="548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572875" y="230400"/>
            <a:ext cx="4992600" cy="1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AGRADECIMENTO</a:t>
            </a:r>
            <a:br>
              <a:rPr lang="pt-BR" sz="2800" b="1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</a:br>
            <a:r>
              <a:rPr lang="pt-BR" sz="2800" b="1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(OBRIGADO ou OBRIGADA)</a:t>
            </a:r>
            <a:endParaRPr sz="2800" b="1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2060100" y="3798475"/>
            <a:ext cx="50238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Atenciosamente,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[seu nome] | [departamento] 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seu email@forlabexpress.com.br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+55 (21) 3563-9401</a:t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Apresentação na tela (16:9)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Nunito</vt:lpstr>
      <vt:lpstr>Public Sans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Gizele</dc:creator>
  <cp:lastModifiedBy>Gizele</cp:lastModifiedBy>
  <cp:revision>1</cp:revision>
  <dcterms:modified xsi:type="dcterms:W3CDTF">2023-08-30T19:27:23Z</dcterms:modified>
</cp:coreProperties>
</file>